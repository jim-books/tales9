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26"/>
  </p:normalViewPr>
  <p:slideViewPr>
    <p:cSldViewPr snapToGrid="0" snapToObjects="1">
      <p:cViewPr varScale="1">
        <p:scale>
          <a:sx n="160" d="100"/>
          <a:sy n="160" d="100"/>
        </p:scale>
        <p:origin x="1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293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Upgrade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27 March 2026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Tales</a:t>
            </a:r>
            <a:r>
              <a:rPr lang="en-US" sz="1400" baseline="30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the Smart Bar Table SDK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Original Design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components communicating across the network</a:t>
            </a:r>
            <a:endParaRPr lang="en-US" sz="1600" dirty="0"/>
          </a:p>
        </p:txBody>
      </p:sp>
      <p:pic>
        <p:nvPicPr>
          <p:cNvPr id="5" name="Image 0" descr="/Users/jimbook/.cursor/projects/Users-jimbook-Library-Mobile-Documents-com-apple-CloudDocs-Tales9/assets/image-0591d71e-a796-4721-b5cf-b46c2916ea7d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06880" y="1563189"/>
            <a:ext cx="5730240" cy="32232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6400800" cy="82296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73152" cy="822960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0" y="1508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moving parts: Windows PC, Node.js server, Chromium browser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468880"/>
            <a:ext cx="6400800" cy="82296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0" y="2468880"/>
            <a:ext cx="73152" cy="822960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0" y="2606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Fragility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926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times, Windows updates, driver conflicts, process coordination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3566160"/>
            <a:ext cx="6400800" cy="82296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71600" y="3566160"/>
            <a:ext cx="73152" cy="822960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45920" y="3703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Reality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40233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staff need plug-and-play reliability, not a desktop computer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Insight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display is the computer?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device, embedded runtime, unified process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F31005-EBC2-A5EF-ADE5-DB6596835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600" y="1463040"/>
            <a:ext cx="5874799" cy="33078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&amp; After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017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Mini PC + Monitor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A9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Tablet (single device)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Shell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Chromium Kiosk (external)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A9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WebView (embedded)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Server (separate)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A9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Ktor (same process)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Canvas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A9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PixiJS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Display Layer — Stack Choices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3832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Shell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A9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Kotlin Android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kiosk mode, single APK deployment, direct hardware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Framework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A9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TypeScript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 existing components, compile-time type safety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A9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PixiJS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WebGL-accelerated 60fps with 8 coasters active (Canvas2D choked at 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A9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Lightweight, no boilerplate, perfect for transient coaster positions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A9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50ms hot reload vs Webpack's 3s — iteration speed matters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Layer — Stack Choices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3832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A9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language as shell (Kotlin), coroutines for concurrency, runs embedded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A9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+ Room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Compile-time query validation, battle-tested embedded DB, offline-capable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A9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Coaster placement → visual feedback &lt;50ms (polling can't hit that)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A9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bartender app uses request-response for menu/settings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A9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Swift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NFC coaster pairing requires Core NFC, mDNS for auto-discovery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All Connects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58314" y="836245"/>
            <a:ext cx="6427372" cy="419373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2540" tIns="2540" rIns="2540" bIns="254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┌─────────────────────────────────────────────────────────┐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ANDROID TABLET (Single Device)             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   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┌────────────────────────────────────────────────────┐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           KOTLIN SHELL (Main Process)       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                                             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┌─────────────┐      ┌─────────────────────┐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│  Ktor       │◄────►│  Room + SQLite      │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│  Server     │      │  (Menu, Orders,     │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│  :8080      │      │   Sessions)         │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└──────┬──────┘      └─────────────────────┘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       │ WebSocket + REST                    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┌──────▼──────────────────────────────────┐ 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│           WEBVIEW (localhost:8080)      │ 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│  ┌────────────────────────────────────┐ │ 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│  │    React + Zustand + TypeScript    │ │ 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│  │    ┌────────────────────────────┐  │ │ 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│  │    │   PixiJS Rendering Layer   │  │ │ 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│  │    │   • Coaster sprites        │  │ │ 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│  │    │   • Particle effects       │  │ │ 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│  │    │   • Brand animations       │  │ │ 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│  │    └────────────────────────────┘  │ │ 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│  └────────────────────────────────────┘ │ 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└─────────────────────────────────────────┘     │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└────────────────────────────────────────────────────┘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▲                              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│ WiFi (REST + WebSocket)      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└──────────────────────────┼───────────────────────────────┘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┌──────▼──────┐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│   iOS App  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│  (Swift)   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│  • Config  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│  • Monitor 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│  • NFC pair │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└─────────────┘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Wins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548640" cy="548640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1417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Simpler Deployment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03120" y="16916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APK, kiosk mode built-in, boots in seconds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377440"/>
            <a:ext cx="548640" cy="548640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03120" y="2423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Visuals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03120" y="26974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PixiJS gives us WebGL particle effects that would require custom shaders otherwise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3383280"/>
            <a:ext cx="548640" cy="548640"/>
          </a:xfrm>
          <a:prstGeom prst="ellipse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103120" y="3429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Runtime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03120" y="3703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shell hosts everything: UI, server, database. No IPC, no process coordination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Tradeoff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solidFill>
            <a:srgbClr val="FFF3F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Lose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debugging convenience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657600" cy="2286000"/>
          </a:xfrm>
          <a:prstGeom prst="rect">
            <a:avLst/>
          </a:prstGeom>
          <a:solidFill>
            <a:srgbClr val="F0FAF7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Gain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2103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that bar staff can power-cycle without calling IT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Validation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6400800" cy="201168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8720" y="1645920"/>
            <a:ext cx="137160" cy="2011680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0" y="192024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"I've validated the touch detection algorithm works identically in browser. 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preserves all our core IP—the clustering geometry, the coaster tracking—while dramatically simplifying what we ship."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Evolution: From Prototype to Production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671</Words>
  <Application>Microsoft Macintosh PowerPoint</Application>
  <PresentationFormat>On-screen Show (16:9)</PresentationFormat>
  <Paragraphs>141</Paragraphs>
  <Slides>13</Slides>
  <Notes>13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Evolution Pitch</dc:title>
  <dc:subject>PptxGenJS Presentation</dc:subject>
  <dc:creator>Tales9 Team</dc:creator>
  <cp:lastModifiedBy>Jimmy Hung</cp:lastModifiedBy>
  <cp:revision>7</cp:revision>
  <dcterms:created xsi:type="dcterms:W3CDTF">2026-03-27T02:04:14Z</dcterms:created>
  <dcterms:modified xsi:type="dcterms:W3CDTF">2026-03-27T09:08:05Z</dcterms:modified>
</cp:coreProperties>
</file>